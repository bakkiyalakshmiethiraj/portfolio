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4193" r:id="rId2"/>
  </p:sldMasterIdLst>
  <p:notesMasterIdLst>
    <p:notesMasterId r:id="rId11"/>
  </p:notesMasterIdLst>
  <p:handoutMasterIdLst>
    <p:handoutMasterId r:id="rId12"/>
  </p:handoutMasterIdLst>
  <p:sldIdLst>
    <p:sldId id="1645" r:id="rId3"/>
    <p:sldId id="1643" r:id="rId4"/>
    <p:sldId id="1646" r:id="rId5"/>
    <p:sldId id="1647" r:id="rId6"/>
    <p:sldId id="1648" r:id="rId7"/>
    <p:sldId id="1649" r:id="rId8"/>
    <p:sldId id="1650" r:id="rId9"/>
    <p:sldId id="1651" r:id="rId10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A85A"/>
    <a:srgbClr val="646464"/>
    <a:srgbClr val="D8707C"/>
    <a:srgbClr val="9F5B72"/>
    <a:srgbClr val="695D7A"/>
    <a:srgbClr val="5C5C5C"/>
    <a:srgbClr val="494B69"/>
    <a:srgbClr val="FDCD5A"/>
    <a:srgbClr val="5EAADE"/>
    <a:srgbClr val="3857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0189" autoAdjust="0"/>
    <p:restoredTop sz="94434" autoAdjust="0"/>
  </p:normalViewPr>
  <p:slideViewPr>
    <p:cSldViewPr>
      <p:cViewPr varScale="1">
        <p:scale>
          <a:sx n="83" d="100"/>
          <a:sy n="83" d="100"/>
        </p:scale>
        <p:origin x="208" y="272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2832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D0CDCF-B072-4CC6-B2A3-B1C4F4AE3FFA}" type="datetimeFigureOut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A8A0187-CA69-4ACB-9811-75164F281DE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8819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3E9E0-D922-418E-8BFA-E41C87CB1E68}" type="datetimeFigureOut">
              <a:rPr lang="en-US" smtClean="0"/>
              <a:pPr/>
              <a:t>11/5/25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D2F9E-D167-4ED3-83EC-AE46EA34BEC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720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" y="493395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25611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6174F8-1206-42B4-8253-0D1E82F521D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87819" y="730530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100" b="0" baseline="0">
                <a:solidFill>
                  <a:schemeClr val="bg1">
                    <a:lumMod val="50000"/>
                  </a:schemeClr>
                </a:solidFill>
                <a:latin typeface="+mj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E59A572-76E8-4055-881A-EC3A9E6FD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7819" y="282611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280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" y="493395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1271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B235AB1-3A9D-4256-B6BB-6B3272A5686D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304800" y="1648069"/>
            <a:ext cx="8368363" cy="173255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ctr">
              <a:buNone/>
              <a:defRPr sz="1100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  <a:ea typeface="Roboto" panose="02000000000000000000" pitchFamily="2" charset="0"/>
              </a:defRPr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2C460F2B-268D-49B2-9922-3D4C88D7F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200150"/>
            <a:ext cx="8368363" cy="409459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defRPr sz="2800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400" y="48688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02EB25-DC38-731E-131D-B67932195B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4F2821"/>
              </a:clrFrom>
              <a:clrTo>
                <a:srgbClr val="4F282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310" y="0"/>
            <a:ext cx="1161690" cy="116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884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Connector 16"/>
          <p:cNvCxnSpPr/>
          <p:nvPr userDrawn="1"/>
        </p:nvCxnSpPr>
        <p:spPr>
          <a:xfrm>
            <a:off x="0" y="4682490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36519746-E93C-61B1-7604-BA838D8A3EFF}"/>
              </a:ext>
            </a:extLst>
          </p:cNvPr>
          <p:cNvPicPr>
            <a:picLocks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" r="97286" b="48196"/>
          <a:stretch/>
        </p:blipFill>
        <p:spPr bwMode="auto">
          <a:xfrm>
            <a:off x="0" y="615"/>
            <a:ext cx="190800" cy="5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C15AF13-C7C7-42A3-B870-D6F66B02C10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51" y="4277361"/>
            <a:ext cx="831849" cy="83184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5C113A7-E4C4-7143-A7A4-09583C53C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0800" y="487142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916AAC-4815-4467-51EE-B82151DC6A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clrChange>
              <a:clrFrom>
                <a:srgbClr val="4F2821"/>
              </a:clrFrom>
              <a:clrTo>
                <a:srgbClr val="4F2821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82310" y="0"/>
            <a:ext cx="1161690" cy="11616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  <p:sldLayoutId id="214748419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033B07F-7277-437C-B588-EC1DB23275A6}"/>
              </a:ext>
            </a:extLst>
          </p:cNvPr>
          <p:cNvCxnSpPr/>
          <p:nvPr userDrawn="1"/>
        </p:nvCxnSpPr>
        <p:spPr>
          <a:xfrm>
            <a:off x="0" y="4682490"/>
            <a:ext cx="9144000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90800" y="4871420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/>
                </a:solidFill>
              </a:defRPr>
            </a:lvl1pPr>
          </a:lstStyle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‹#›</a:t>
            </a:fld>
            <a:endParaRPr lang="en-IN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C39061-9CA1-DCDF-F18C-BB5BCCE5955A}"/>
              </a:ext>
            </a:extLst>
          </p:cNvPr>
          <p:cNvPicPr>
            <a:picLocks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4" r="-30730" b="48196"/>
          <a:stretch/>
        </p:blipFill>
        <p:spPr bwMode="auto">
          <a:xfrm>
            <a:off x="0" y="615"/>
            <a:ext cx="9190800" cy="514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6B72967-8ADA-3CD0-53A0-2B15D680869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5951" y="4277361"/>
            <a:ext cx="831849" cy="83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3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4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F6186A7-C58B-4A0E-F811-A01BF9E33B2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AFFILIATION DETAILS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D4CD2-25E8-10E3-47F3-4B86198894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1</a:t>
            </a:fld>
            <a:endParaRPr lang="en-IN" dirty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09EF842C-9C51-99F1-B4D2-A1D05D31A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06968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DBD9C0-9DF4-03AE-4A26-4C6F496ADA2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68AD11-C69F-592B-24EB-CE1CEC55E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PROBLEM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B0B44F-B944-970D-4472-BE73474875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13470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0D3C5-3CAD-617D-173C-BC4687CAA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4B621AC-2238-FC61-44AC-08828568345A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BA636C6-10CD-6348-3364-CEF1F5F74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BACKGROUND &amp; ROOT CAUSE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8A66C-E765-C858-C358-75E6B75B2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368933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39EE9-BCDF-EA65-3A3F-DEDB56FE4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8C24BE-86E9-F15F-F3A5-346D59F6935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FF56DB7-674E-7B1B-8E84-3894B680B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PROPOSED SOLUTION / IDEA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8BD29F-B510-94BC-C621-A1EDB346AD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47346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1AB642-9F77-DD8E-A097-DEC844967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7723ACD-DBDF-4059-FF81-D4E48A54D61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B65D0BB-93D6-89E9-42C3-A218B8F83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IMPLEMENTATION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137038-CB6B-07DD-4899-5434F59EEB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57958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729CB4-6B9E-AF47-831A-559BAE11E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D9E369-3AC2-2952-5F20-DF01F1A28910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76D7D8B-1E6C-8802-AD30-C4B4996E2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FEASIBILITY &amp; BENEFITS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D783A3-197D-8223-D8C1-373699B137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0791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3C038-9D96-363C-AB2F-BB72C0ABF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6F7C159-50D8-3405-BBB1-584D9B2BD43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BBF021-DBA8-786C-1F32-27C93E7289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FUTURE SCOPE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EAF1A-A34D-0351-21E0-5237A97238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2292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93DF2-311A-B411-956E-E5C5C479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DBC6C00-3CD3-E798-2F9E-FB00CC2AD34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3D6CDF3-6FD8-9346-FF9E-2D1EDCEF9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REFERENCES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3DD73E-A099-AFDD-EA6C-BB35FC3CD5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IN"/>
              <a:t>Slide </a:t>
            </a:r>
            <a:fld id="{4DC2D70E-6D11-4E3C-AF03-5667FEB8ED15}" type="slidenum">
              <a:rPr lang="en-IN" smtClean="0"/>
              <a:pPr/>
              <a:t>8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316990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84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tx1"/>
        </a:solidFill>
        <a:ln w="9525">
          <a:noFill/>
          <a:round/>
          <a:headEnd/>
          <a:tailEnd/>
        </a:ln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>
          <a:defRPr/>
        </a:defPPr>
      </a:lstStyle>
    </a:spDef>
  </a:objectDefaults>
  <a:extraClrSchemeLst/>
</a:theme>
</file>

<file path=ppt/theme/theme2.xml><?xml version="1.0" encoding="utf-8"?>
<a:theme xmlns:a="http://schemas.openxmlformats.org/drawingml/2006/main" name="Custom Design">
  <a:themeElements>
    <a:clrScheme name="08_Key">
      <a:dk1>
        <a:srgbClr val="262626"/>
      </a:dk1>
      <a:lt1>
        <a:srgbClr val="FFFFFF"/>
      </a:lt1>
      <a:dk2>
        <a:srgbClr val="262626"/>
      </a:dk2>
      <a:lt2>
        <a:srgbClr val="FFFFFF"/>
      </a:lt2>
      <a:accent1>
        <a:srgbClr val="494B69"/>
      </a:accent1>
      <a:accent2>
        <a:srgbClr val="695D7A"/>
      </a:accent2>
      <a:accent3>
        <a:srgbClr val="9F5B72"/>
      </a:accent3>
      <a:accent4>
        <a:srgbClr val="D8707C"/>
      </a:accent4>
      <a:accent5>
        <a:srgbClr val="FDA85A"/>
      </a:accent5>
      <a:accent6>
        <a:srgbClr val="FDCD5A"/>
      </a:accent6>
      <a:hlink>
        <a:srgbClr val="FFFFFF"/>
      </a:hlink>
      <a:folHlink>
        <a:srgbClr val="595959"/>
      </a:folHlink>
    </a:clrScheme>
    <a:fontScheme name="Custom 76">
      <a:majorFont>
        <a:latin typeface="Roboto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16882</TotalTime>
  <Words>36</Words>
  <Application>Microsoft Macintosh PowerPoint</Application>
  <PresentationFormat>On-screen Show (16:9)</PresentationFormat>
  <Paragraphs>17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Roboto</vt:lpstr>
      <vt:lpstr>Default Theme</vt:lpstr>
      <vt:lpstr>Custom Design</vt:lpstr>
      <vt:lpstr>TITLE</vt:lpstr>
      <vt:lpstr>PROBLEM STATEMENT</vt:lpstr>
      <vt:lpstr>BACKGROUND &amp; ROOT CAUSE</vt:lpstr>
      <vt:lpstr>PROPOSED SOLUTION / IDEA</vt:lpstr>
      <vt:lpstr>IMPLEMENTATION</vt:lpstr>
      <vt:lpstr>FEASIBILITY &amp; BENEFITS</vt:lpstr>
      <vt:lpstr>FUTURE SCOPE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High Tech</dc:creator>
  <cp:lastModifiedBy>Microsoft Office User</cp:lastModifiedBy>
  <cp:revision>1862</cp:revision>
  <dcterms:created xsi:type="dcterms:W3CDTF">2015-09-08T18:46:55Z</dcterms:created>
  <dcterms:modified xsi:type="dcterms:W3CDTF">2025-11-05T08:52:56Z</dcterms:modified>
</cp:coreProperties>
</file>